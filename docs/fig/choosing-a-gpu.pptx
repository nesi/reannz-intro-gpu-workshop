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3"/>
  </p:notesMasterIdLst>
  <p:sldIdLst>
    <p:sldId id="257" r:id="rId2"/>
  </p:sldIdLst>
  <p:sldSz cx="14039850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92"/>
    <p:restoredTop sz="94658"/>
  </p:normalViewPr>
  <p:slideViewPr>
    <p:cSldViewPr snapToGrid="0">
      <p:cViewPr varScale="1">
        <p:scale>
          <a:sx n="100" d="100"/>
          <a:sy n="100" d="100"/>
        </p:scale>
        <p:origin x="200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C62BE-97BC-844A-8936-672CC9CB993E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31788" y="1143000"/>
            <a:ext cx="75215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15D58-373D-1E43-A2BA-ED7E67C8A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3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31788" y="1143000"/>
            <a:ext cx="752157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E15D58-373D-1E43-A2BA-ED7E67C8A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18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4981" y="942837"/>
            <a:ext cx="10529888" cy="2005695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4981" y="3025879"/>
            <a:ext cx="10529888" cy="1390917"/>
          </a:xfrm>
        </p:spPr>
        <p:txBody>
          <a:bodyPr/>
          <a:lstStyle>
            <a:lvl1pPr marL="0" indent="0" algn="ctr">
              <a:buNone/>
              <a:defRPr sz="2016"/>
            </a:lvl1pPr>
            <a:lvl2pPr marL="384048" indent="0" algn="ctr">
              <a:buNone/>
              <a:defRPr sz="1680"/>
            </a:lvl2pPr>
            <a:lvl3pPr marL="768096" indent="0" algn="ctr">
              <a:buNone/>
              <a:defRPr sz="1512"/>
            </a:lvl3pPr>
            <a:lvl4pPr marL="1152144" indent="0" algn="ctr">
              <a:buNone/>
              <a:defRPr sz="1344"/>
            </a:lvl4pPr>
            <a:lvl5pPr marL="1536192" indent="0" algn="ctr">
              <a:buNone/>
              <a:defRPr sz="1344"/>
            </a:lvl5pPr>
            <a:lvl6pPr marL="1920240" indent="0" algn="ctr">
              <a:buNone/>
              <a:defRPr sz="1344"/>
            </a:lvl6pPr>
            <a:lvl7pPr marL="2304288" indent="0" algn="ctr">
              <a:buNone/>
              <a:defRPr sz="1344"/>
            </a:lvl7pPr>
            <a:lvl8pPr marL="2688336" indent="0" algn="ctr">
              <a:buNone/>
              <a:defRPr sz="1344"/>
            </a:lvl8pPr>
            <a:lvl9pPr marL="3072384" indent="0" algn="ctr">
              <a:buNone/>
              <a:defRPr sz="134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3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21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927" y="1436260"/>
            <a:ext cx="12109371" cy="2396431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927" y="3855362"/>
            <a:ext cx="12109371" cy="1260227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40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809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214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619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2024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4288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833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238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2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5240" y="1533609"/>
            <a:ext cx="5966936" cy="36553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07674" y="1533609"/>
            <a:ext cx="5966936" cy="36553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7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68" y="306723"/>
            <a:ext cx="12109371" cy="1113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069" y="1412255"/>
            <a:ext cx="5939514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7069" y="2104379"/>
            <a:ext cx="5939514" cy="3095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07674" y="1412255"/>
            <a:ext cx="5968765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07674" y="2104379"/>
            <a:ext cx="5968765" cy="3095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6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2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69" y="384069"/>
            <a:ext cx="4528217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8765" y="829483"/>
            <a:ext cx="7107674" cy="4094071"/>
          </a:xfrm>
        </p:spPr>
        <p:txBody>
          <a:bodyPr/>
          <a:lstStyle>
            <a:lvl1pPr>
              <a:defRPr sz="2688"/>
            </a:lvl1pPr>
            <a:lvl2pPr>
              <a:defRPr sz="2352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7069" y="1728311"/>
            <a:ext cx="4528217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89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69" y="384069"/>
            <a:ext cx="4528217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68765" y="829483"/>
            <a:ext cx="7107674" cy="4094071"/>
          </a:xfrm>
        </p:spPr>
        <p:txBody>
          <a:bodyPr anchor="t"/>
          <a:lstStyle>
            <a:lvl1pPr marL="0" indent="0">
              <a:buNone/>
              <a:defRPr sz="2688"/>
            </a:lvl1pPr>
            <a:lvl2pPr marL="384048" indent="0">
              <a:buNone/>
              <a:defRPr sz="2352"/>
            </a:lvl2pPr>
            <a:lvl3pPr marL="768096" indent="0">
              <a:buNone/>
              <a:defRPr sz="2016"/>
            </a:lvl3pPr>
            <a:lvl4pPr marL="1152144" indent="0">
              <a:buNone/>
              <a:defRPr sz="1680"/>
            </a:lvl4pPr>
            <a:lvl5pPr marL="1536192" indent="0">
              <a:buNone/>
              <a:defRPr sz="1680"/>
            </a:lvl5pPr>
            <a:lvl6pPr marL="1920240" indent="0">
              <a:buNone/>
              <a:defRPr sz="1680"/>
            </a:lvl6pPr>
            <a:lvl7pPr marL="2304288" indent="0">
              <a:buNone/>
              <a:defRPr sz="1680"/>
            </a:lvl7pPr>
            <a:lvl8pPr marL="2688336" indent="0">
              <a:buNone/>
              <a:defRPr sz="1680"/>
            </a:lvl8pPr>
            <a:lvl9pPr marL="3072384" indent="0">
              <a:buNone/>
              <a:defRPr sz="168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7069" y="1728311"/>
            <a:ext cx="4528217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7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73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7267" y="306722"/>
            <a:ext cx="3027343" cy="488221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5240" y="306722"/>
            <a:ext cx="8906530" cy="488221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2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5240" y="306723"/>
            <a:ext cx="12109371" cy="1113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5240" y="1533609"/>
            <a:ext cx="12109371" cy="3655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5240" y="5339629"/>
            <a:ext cx="3158966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58BDC-CA1F-624E-AE4C-DC4ED6BCAE17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0701" y="5339629"/>
            <a:ext cx="4738449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5644" y="5339629"/>
            <a:ext cx="3158966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6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768096" rtl="0" eaLnBrk="1" latinLnBrk="0" hangingPunct="1">
        <a:lnSpc>
          <a:spcPct val="90000"/>
        </a:lnSpc>
        <a:spcBef>
          <a:spcPct val="0"/>
        </a:spcBef>
        <a:buNone/>
        <a:defRPr sz="3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024" indent="-192024" algn="l" defTabSz="768096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2264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631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440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428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238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552A2BB6-16E4-20E4-1558-BBF09A0EE530}"/>
              </a:ext>
            </a:extLst>
          </p:cNvPr>
          <p:cNvSpPr/>
          <p:nvPr/>
        </p:nvSpPr>
        <p:spPr>
          <a:xfrm>
            <a:off x="4554757" y="87749"/>
            <a:ext cx="9383615" cy="5554148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2CAAC5-3763-574C-B555-F41C39D4F3E9}"/>
              </a:ext>
            </a:extLst>
          </p:cNvPr>
          <p:cNvSpPr/>
          <p:nvPr/>
        </p:nvSpPr>
        <p:spPr>
          <a:xfrm>
            <a:off x="562569" y="87749"/>
            <a:ext cx="2870606" cy="4810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What Precision will you use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E79C45-461F-8A0A-8F4A-FF7523B66C9C}"/>
              </a:ext>
            </a:extLst>
          </p:cNvPr>
          <p:cNvCxnSpPr>
            <a:cxnSpLocks/>
          </p:cNvCxnSpPr>
          <p:nvPr/>
        </p:nvCxnSpPr>
        <p:spPr>
          <a:xfrm>
            <a:off x="878643" y="568760"/>
            <a:ext cx="0" cy="886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36A6E4-0E88-DCB9-8A8B-217FB7F38DF0}"/>
              </a:ext>
            </a:extLst>
          </p:cNvPr>
          <p:cNvCxnSpPr>
            <a:cxnSpLocks/>
          </p:cNvCxnSpPr>
          <p:nvPr/>
        </p:nvCxnSpPr>
        <p:spPr>
          <a:xfrm>
            <a:off x="3117100" y="568760"/>
            <a:ext cx="0" cy="886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FAE0DF-7A27-42AD-1ABF-E5D6BA77D685}"/>
              </a:ext>
            </a:extLst>
          </p:cNvPr>
          <p:cNvSpPr txBox="1"/>
          <p:nvPr/>
        </p:nvSpPr>
        <p:spPr>
          <a:xfrm>
            <a:off x="101475" y="1523645"/>
            <a:ext cx="1591552" cy="36933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Start with L4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86E6DC-2624-C803-FC81-64D1A8811EEE}"/>
              </a:ext>
            </a:extLst>
          </p:cNvPr>
          <p:cNvSpPr txBox="1"/>
          <p:nvPr/>
        </p:nvSpPr>
        <p:spPr>
          <a:xfrm>
            <a:off x="878643" y="827127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32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fp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30BCC8-C199-F54E-A7CD-536B80DA0E86}"/>
              </a:ext>
            </a:extLst>
          </p:cNvPr>
          <p:cNvSpPr txBox="1"/>
          <p:nvPr/>
        </p:nvSpPr>
        <p:spPr>
          <a:xfrm>
            <a:off x="2368793" y="82712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64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fp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347A75-12B3-5793-82AB-3D9E38B4951C}"/>
              </a:ext>
            </a:extLst>
          </p:cNvPr>
          <p:cNvSpPr txBox="1"/>
          <p:nvPr/>
        </p:nvSpPr>
        <p:spPr>
          <a:xfrm>
            <a:off x="101478" y="2777503"/>
            <a:ext cx="1556317" cy="36933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A100 (40GB)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EAE5B21-0536-21AF-0AD2-9CDCE059C808}"/>
              </a:ext>
            </a:extLst>
          </p:cNvPr>
          <p:cNvCxnSpPr>
            <a:cxnSpLocks/>
          </p:cNvCxnSpPr>
          <p:nvPr/>
        </p:nvCxnSpPr>
        <p:spPr>
          <a:xfrm>
            <a:off x="878643" y="1950129"/>
            <a:ext cx="0" cy="770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6861D8-3020-0233-8C70-F7A069C4003E}"/>
              </a:ext>
            </a:extLst>
          </p:cNvPr>
          <p:cNvSpPr txBox="1"/>
          <p:nvPr/>
        </p:nvSpPr>
        <p:spPr>
          <a:xfrm>
            <a:off x="821495" y="2018948"/>
            <a:ext cx="1259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Need more VRAM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B271FC-BDD6-47F5-5E36-586F69F89DF2}"/>
              </a:ext>
            </a:extLst>
          </p:cNvPr>
          <p:cNvSpPr txBox="1"/>
          <p:nvPr/>
        </p:nvSpPr>
        <p:spPr>
          <a:xfrm>
            <a:off x="101478" y="4031361"/>
            <a:ext cx="1556317" cy="36933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A100 (80GB)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137A1B-FBFE-C83A-A5F3-5D63E1133610}"/>
              </a:ext>
            </a:extLst>
          </p:cNvPr>
          <p:cNvCxnSpPr>
            <a:cxnSpLocks/>
          </p:cNvCxnSpPr>
          <p:nvPr/>
        </p:nvCxnSpPr>
        <p:spPr>
          <a:xfrm>
            <a:off x="878643" y="3203987"/>
            <a:ext cx="0" cy="770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5BBB960-F24F-AB9E-450C-18289B97C22F}"/>
              </a:ext>
            </a:extLst>
          </p:cNvPr>
          <p:cNvSpPr txBox="1"/>
          <p:nvPr/>
        </p:nvSpPr>
        <p:spPr>
          <a:xfrm>
            <a:off x="821495" y="3272806"/>
            <a:ext cx="1259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Need more VRAM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21009-1CD7-7DC6-0208-9DCBC67709A9}"/>
              </a:ext>
            </a:extLst>
          </p:cNvPr>
          <p:cNvSpPr txBox="1"/>
          <p:nvPr/>
        </p:nvSpPr>
        <p:spPr>
          <a:xfrm>
            <a:off x="101478" y="5329714"/>
            <a:ext cx="1556317" cy="36933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RTX Pro 6000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C2B4DE-2E07-F1C0-2599-88A2E8E4D80F}"/>
              </a:ext>
            </a:extLst>
          </p:cNvPr>
          <p:cNvCxnSpPr>
            <a:cxnSpLocks/>
          </p:cNvCxnSpPr>
          <p:nvPr/>
        </p:nvCxnSpPr>
        <p:spPr>
          <a:xfrm>
            <a:off x="878643" y="4502340"/>
            <a:ext cx="0" cy="770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EF90F83-EF10-34D2-3331-A286F9DD2BB5}"/>
              </a:ext>
            </a:extLst>
          </p:cNvPr>
          <p:cNvSpPr txBox="1"/>
          <p:nvPr/>
        </p:nvSpPr>
        <p:spPr>
          <a:xfrm>
            <a:off x="821495" y="4571160"/>
            <a:ext cx="1259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Need more VRAM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C6E66-5578-E3FF-832A-E6A678B3DA7F}"/>
              </a:ext>
            </a:extLst>
          </p:cNvPr>
          <p:cNvSpPr txBox="1"/>
          <p:nvPr/>
        </p:nvSpPr>
        <p:spPr>
          <a:xfrm>
            <a:off x="1952182" y="1523645"/>
            <a:ext cx="2376004" cy="36933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Start with A100 (40GB)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D29BC5-A0D9-43E3-0245-50D82701CEF9}"/>
              </a:ext>
            </a:extLst>
          </p:cNvPr>
          <p:cNvSpPr txBox="1"/>
          <p:nvPr/>
        </p:nvSpPr>
        <p:spPr>
          <a:xfrm>
            <a:off x="2338946" y="2777503"/>
            <a:ext cx="1556317" cy="36933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A100 (80GB)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119714-7CE7-D588-C093-85815976BB72}"/>
              </a:ext>
            </a:extLst>
          </p:cNvPr>
          <p:cNvCxnSpPr>
            <a:cxnSpLocks/>
          </p:cNvCxnSpPr>
          <p:nvPr/>
        </p:nvCxnSpPr>
        <p:spPr>
          <a:xfrm>
            <a:off x="3116109" y="1950129"/>
            <a:ext cx="0" cy="770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13E0037-8EBB-2544-090E-4FB8065F667F}"/>
              </a:ext>
            </a:extLst>
          </p:cNvPr>
          <p:cNvSpPr txBox="1"/>
          <p:nvPr/>
        </p:nvSpPr>
        <p:spPr>
          <a:xfrm>
            <a:off x="3058961" y="2018948"/>
            <a:ext cx="1259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Need more VRAM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2D936-DA2D-B90F-2CED-CFB1BAEED7BF}"/>
              </a:ext>
            </a:extLst>
          </p:cNvPr>
          <p:cNvSpPr txBox="1"/>
          <p:nvPr/>
        </p:nvSpPr>
        <p:spPr>
          <a:xfrm>
            <a:off x="2338946" y="4031361"/>
            <a:ext cx="1556317" cy="36933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H100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B578E6D-4E0A-476B-86B3-100C9FD3C9C4}"/>
              </a:ext>
            </a:extLst>
          </p:cNvPr>
          <p:cNvCxnSpPr>
            <a:cxnSpLocks/>
          </p:cNvCxnSpPr>
          <p:nvPr/>
        </p:nvCxnSpPr>
        <p:spPr>
          <a:xfrm>
            <a:off x="3116109" y="3203987"/>
            <a:ext cx="0" cy="770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43FA014-1562-0127-5A24-EAD4FC8CD37C}"/>
              </a:ext>
            </a:extLst>
          </p:cNvPr>
          <p:cNvSpPr txBox="1"/>
          <p:nvPr/>
        </p:nvSpPr>
        <p:spPr>
          <a:xfrm>
            <a:off x="3058961" y="3272806"/>
            <a:ext cx="1259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Need more VRAM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26D8AE-AECF-7E4F-EA6C-526853E6CA74}"/>
              </a:ext>
            </a:extLst>
          </p:cNvPr>
          <p:cNvSpPr txBox="1"/>
          <p:nvPr/>
        </p:nvSpPr>
        <p:spPr>
          <a:xfrm>
            <a:off x="4643840" y="125999"/>
            <a:ext cx="918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 each GPU type, perform the following steps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0AD876-FDEC-45C8-C131-C1F5AF152766}"/>
              </a:ext>
            </a:extLst>
          </p:cNvPr>
          <p:cNvSpPr/>
          <p:nvPr/>
        </p:nvSpPr>
        <p:spPr>
          <a:xfrm>
            <a:off x="5264564" y="607487"/>
            <a:ext cx="1971458" cy="6181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Run 15-minute job on chosen GPU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287A7F-5734-BAAF-B8C5-2069712ADE4D}"/>
              </a:ext>
            </a:extLst>
          </p:cNvPr>
          <p:cNvCxnSpPr>
            <a:cxnSpLocks/>
          </p:cNvCxnSpPr>
          <p:nvPr/>
        </p:nvCxnSpPr>
        <p:spPr>
          <a:xfrm>
            <a:off x="6251281" y="1261950"/>
            <a:ext cx="0" cy="437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EE572CD-4320-63BB-7B99-E21A0BD77898}"/>
              </a:ext>
            </a:extLst>
          </p:cNvPr>
          <p:cNvSpPr txBox="1"/>
          <p:nvPr/>
        </p:nvSpPr>
        <p:spPr>
          <a:xfrm>
            <a:off x="4797986" y="2403717"/>
            <a:ext cx="292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Job shows 0% GPU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utilisation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35F8CD-9A07-F1BF-A122-EB8BA8BE354C}"/>
              </a:ext>
            </a:extLst>
          </p:cNvPr>
          <p:cNvSpPr txBox="1"/>
          <p:nvPr/>
        </p:nvSpPr>
        <p:spPr>
          <a:xfrm>
            <a:off x="8859999" y="2278197"/>
            <a:ext cx="4966205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Check your program can run on GPUs and/or check for issues with your program regarding GPU use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7AD00C6-E45E-84F6-F047-A03973CBA430}"/>
              </a:ext>
            </a:extLst>
          </p:cNvPr>
          <p:cNvCxnSpPr>
            <a:cxnSpLocks/>
          </p:cNvCxnSpPr>
          <p:nvPr/>
        </p:nvCxnSpPr>
        <p:spPr>
          <a:xfrm>
            <a:off x="6247932" y="2017429"/>
            <a:ext cx="0" cy="386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329D27-CFF1-037C-74D3-339583835827}"/>
              </a:ext>
            </a:extLst>
          </p:cNvPr>
          <p:cNvSpPr txBox="1"/>
          <p:nvPr/>
        </p:nvSpPr>
        <p:spPr>
          <a:xfrm>
            <a:off x="4797992" y="1665447"/>
            <a:ext cx="2980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Job needs more GPU memory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1D42F7B-267E-6679-E1FF-01CB0BCE9380}"/>
              </a:ext>
            </a:extLst>
          </p:cNvPr>
          <p:cNvCxnSpPr>
            <a:cxnSpLocks/>
          </p:cNvCxnSpPr>
          <p:nvPr/>
        </p:nvCxnSpPr>
        <p:spPr>
          <a:xfrm>
            <a:off x="7694975" y="2596806"/>
            <a:ext cx="1052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DBE007E-526B-70E2-139A-9F3B9110830E}"/>
              </a:ext>
            </a:extLst>
          </p:cNvPr>
          <p:cNvSpPr txBox="1"/>
          <p:nvPr/>
        </p:nvSpPr>
        <p:spPr>
          <a:xfrm>
            <a:off x="4683206" y="3128925"/>
            <a:ext cx="7115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Record your GPU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utilisation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GPU Memory usage, as well as how many “steps” your algorithm took (if possible, this is to measure job efficiently)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3181DDF-4B9D-954D-EC51-066779EFC265}"/>
              </a:ext>
            </a:extLst>
          </p:cNvPr>
          <p:cNvCxnSpPr>
            <a:cxnSpLocks/>
          </p:cNvCxnSpPr>
          <p:nvPr/>
        </p:nvCxnSpPr>
        <p:spPr>
          <a:xfrm>
            <a:off x="6247932" y="4748546"/>
            <a:ext cx="0" cy="343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60AD7CE-3B99-7FE3-4F91-4398446A12BF}"/>
              </a:ext>
            </a:extLst>
          </p:cNvPr>
          <p:cNvCxnSpPr>
            <a:cxnSpLocks/>
          </p:cNvCxnSpPr>
          <p:nvPr/>
        </p:nvCxnSpPr>
        <p:spPr>
          <a:xfrm>
            <a:off x="7518400" y="4441706"/>
            <a:ext cx="12288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074008A-3815-F549-CDF2-B49FDA7AAABE}"/>
              </a:ext>
            </a:extLst>
          </p:cNvPr>
          <p:cNvSpPr txBox="1"/>
          <p:nvPr/>
        </p:nvSpPr>
        <p:spPr>
          <a:xfrm>
            <a:off x="8859995" y="4257041"/>
            <a:ext cx="2304166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is the GPU to use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977198-EAE4-36F6-DB87-44BD44B36087}"/>
              </a:ext>
            </a:extLst>
          </p:cNvPr>
          <p:cNvSpPr txBox="1"/>
          <p:nvPr/>
        </p:nvSpPr>
        <p:spPr>
          <a:xfrm>
            <a:off x="5764445" y="470396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56575B-7AF4-E055-6DA6-784880B31E95}"/>
              </a:ext>
            </a:extLst>
          </p:cNvPr>
          <p:cNvSpPr txBox="1"/>
          <p:nvPr/>
        </p:nvSpPr>
        <p:spPr>
          <a:xfrm>
            <a:off x="7872280" y="4113963"/>
            <a:ext cx="493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4B37DD0-3412-80A8-5B73-31E2691FAA53}"/>
              </a:ext>
            </a:extLst>
          </p:cNvPr>
          <p:cNvCxnSpPr>
            <a:cxnSpLocks/>
          </p:cNvCxnSpPr>
          <p:nvPr/>
        </p:nvCxnSpPr>
        <p:spPr>
          <a:xfrm>
            <a:off x="7850308" y="1878689"/>
            <a:ext cx="896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E42831C-DC65-684C-E4BF-9BE8BCD2C281}"/>
              </a:ext>
            </a:extLst>
          </p:cNvPr>
          <p:cNvSpPr txBox="1"/>
          <p:nvPr/>
        </p:nvSpPr>
        <p:spPr>
          <a:xfrm>
            <a:off x="8859990" y="1699440"/>
            <a:ext cx="2355080" cy="36933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Move to the next GPU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C7D2CD-1E7C-080B-73A8-EE8DE92D1716}"/>
              </a:ext>
            </a:extLst>
          </p:cNvPr>
          <p:cNvSpPr txBox="1"/>
          <p:nvPr/>
        </p:nvSpPr>
        <p:spPr>
          <a:xfrm>
            <a:off x="4880133" y="5150338"/>
            <a:ext cx="2744761" cy="36933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Move to the next GPU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6FE2CF-4754-9750-CD25-1735715DB4D9}"/>
              </a:ext>
            </a:extLst>
          </p:cNvPr>
          <p:cNvSpPr txBox="1"/>
          <p:nvPr/>
        </p:nvSpPr>
        <p:spPr>
          <a:xfrm>
            <a:off x="4609189" y="4082197"/>
            <a:ext cx="3277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/>
              <a:t>Job runs in a reasonable amount of time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D4660A-3ED5-6285-C759-AD372E36E378}"/>
              </a:ext>
            </a:extLst>
          </p:cNvPr>
          <p:cNvSpPr txBox="1"/>
          <p:nvPr/>
        </p:nvSpPr>
        <p:spPr>
          <a:xfrm>
            <a:off x="5764445" y="277380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9C38BD-5BF4-4C0E-63EC-1BACEFCBAAC3}"/>
              </a:ext>
            </a:extLst>
          </p:cNvPr>
          <p:cNvSpPr txBox="1"/>
          <p:nvPr/>
        </p:nvSpPr>
        <p:spPr>
          <a:xfrm>
            <a:off x="7948480" y="2260003"/>
            <a:ext cx="493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52FCA3-5FAB-64D6-4CB3-90BD093023BF}"/>
              </a:ext>
            </a:extLst>
          </p:cNvPr>
          <p:cNvSpPr txBox="1"/>
          <p:nvPr/>
        </p:nvSpPr>
        <p:spPr>
          <a:xfrm>
            <a:off x="5764445" y="201408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324D3F-AA35-5721-049B-3D6E975EEA36}"/>
              </a:ext>
            </a:extLst>
          </p:cNvPr>
          <p:cNvSpPr txBox="1"/>
          <p:nvPr/>
        </p:nvSpPr>
        <p:spPr>
          <a:xfrm>
            <a:off x="8037380" y="1538381"/>
            <a:ext cx="493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7E8B6AF-58D7-269E-D3CB-D0EEC9459846}"/>
              </a:ext>
            </a:extLst>
          </p:cNvPr>
          <p:cNvCxnSpPr>
            <a:cxnSpLocks/>
          </p:cNvCxnSpPr>
          <p:nvPr/>
        </p:nvCxnSpPr>
        <p:spPr>
          <a:xfrm>
            <a:off x="6247932" y="2779592"/>
            <a:ext cx="0" cy="386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D806DD1-5238-FE01-3019-69B71A3E4C71}"/>
              </a:ext>
            </a:extLst>
          </p:cNvPr>
          <p:cNvCxnSpPr>
            <a:cxnSpLocks/>
          </p:cNvCxnSpPr>
          <p:nvPr/>
        </p:nvCxnSpPr>
        <p:spPr>
          <a:xfrm>
            <a:off x="6247464" y="3740368"/>
            <a:ext cx="0" cy="386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71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4" grpId="0" animBg="1"/>
      <p:bldP spid="18" grpId="0" animBg="1"/>
      <p:bldP spid="21" grpId="0" animBg="1"/>
      <p:bldP spid="24" grpId="0" animBg="1"/>
      <p:bldP spid="25" grpId="0" animBg="1"/>
      <p:bldP spid="28" grpId="0" animBg="1"/>
      <p:bldP spid="32" grpId="0" animBg="1"/>
      <p:bldP spid="34" grpId="0"/>
      <p:bldP spid="35" grpId="0" animBg="1"/>
      <p:bldP spid="37" grpId="0"/>
      <p:bldP spid="40" grpId="0"/>
      <p:bldP spid="45" grpId="0" animBg="1"/>
      <p:bldP spid="46" grpId="0"/>
      <p:bldP spid="47" grpId="0"/>
      <p:bldP spid="58" grpId="0" animBg="1"/>
      <p:bldP spid="59" grpId="0" animBg="1"/>
      <p:bldP spid="63" grpId="0"/>
      <p:bldP spid="71" grpId="0"/>
      <p:bldP spid="72" grpId="0"/>
      <p:bldP spid="73" grpId="0"/>
      <p:bldP spid="74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</TotalTime>
  <Words>156</Words>
  <Application>Microsoft Macintosh PowerPoint</Application>
  <PresentationFormat>Custom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Geoffrey Weal</dc:creator>
  <cp:lastModifiedBy>Geoffrey Weal</cp:lastModifiedBy>
  <cp:revision>15</cp:revision>
  <dcterms:created xsi:type="dcterms:W3CDTF">2026-05-16T00:10:49Z</dcterms:created>
  <dcterms:modified xsi:type="dcterms:W3CDTF">2026-09-24T21:57:14Z</dcterms:modified>
</cp:coreProperties>
</file>